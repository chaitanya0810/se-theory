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4" r:id="rId1"/>
  </p:sldMasterIdLst>
  <p:notesMasterIdLst>
    <p:notesMasterId r:id="rId11"/>
  </p:notesMasterIdLst>
  <p:sldIdLst>
    <p:sldId id="256" r:id="rId2"/>
    <p:sldId id="257" r:id="rId3"/>
    <p:sldId id="300" r:id="rId4"/>
    <p:sldId id="299" r:id="rId5"/>
    <p:sldId id="298" r:id="rId6"/>
    <p:sldId id="297" r:id="rId7"/>
    <p:sldId id="296" r:id="rId8"/>
    <p:sldId id="295" r:id="rId9"/>
    <p:sldId id="294" r:id="rId10"/>
  </p:sldIdLst>
  <p:sldSz cx="9144000" cy="5143500" type="screen16x9"/>
  <p:notesSz cx="6858000" cy="9144000"/>
  <p:embeddedFontLst>
    <p:embeddedFont>
      <p:font typeface="Coming Soon" panose="020B0604020202020204" charset="0"/>
      <p:regular r:id="rId12"/>
    </p:embeddedFont>
    <p:embeddedFont>
      <p:font typeface="Concert One" pitchFamily="2" charset="0"/>
      <p:regular r:id="rId13"/>
    </p:embeddedFont>
    <p:embeddedFont>
      <p:font typeface="Roboto Mono Medium" panose="00000009000000000000" pitchFamily="49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5FC6020-0230-4684-8682-511B7F0EA670}">
  <a:tblStyle styleId="{65FC6020-0230-4684-8682-511B7F0EA67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63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DIRI SAITEJA" userId="7bba28f06189f9fe" providerId="LiveId" clId="{25A48AB2-991F-4B8A-B1C9-C427D2B30578}"/>
    <pc:docChg chg="undo custSel modSld">
      <pc:chgData name="SANDIRI SAITEJA" userId="7bba28f06189f9fe" providerId="LiveId" clId="{25A48AB2-991F-4B8A-B1C9-C427D2B30578}" dt="2026-09-15T02:48:39.912" v="91" actId="1076"/>
      <pc:docMkLst>
        <pc:docMk/>
      </pc:docMkLst>
      <pc:sldChg chg="modSp mod">
        <pc:chgData name="SANDIRI SAITEJA" userId="7bba28f06189f9fe" providerId="LiveId" clId="{25A48AB2-991F-4B8A-B1C9-C427D2B30578}" dt="2026-09-15T02:46:56.398" v="73" actId="1076"/>
        <pc:sldMkLst>
          <pc:docMk/>
          <pc:sldMk cId="0" sldId="257"/>
        </pc:sldMkLst>
        <pc:spChg chg="mod">
          <ac:chgData name="SANDIRI SAITEJA" userId="7bba28f06189f9fe" providerId="LiveId" clId="{25A48AB2-991F-4B8A-B1C9-C427D2B30578}" dt="2026-09-15T02:46:56.398" v="73" actId="1076"/>
          <ac:spMkLst>
            <pc:docMk/>
            <pc:sldMk cId="0" sldId="257"/>
            <ac:spMk id="335" creationId="{00000000-0000-0000-0000-000000000000}"/>
          </ac:spMkLst>
        </pc:spChg>
      </pc:sldChg>
      <pc:sldChg chg="addSp modSp mod">
        <pc:chgData name="SANDIRI SAITEJA" userId="7bba28f06189f9fe" providerId="LiveId" clId="{25A48AB2-991F-4B8A-B1C9-C427D2B30578}" dt="2026-09-15T02:48:39.912" v="91" actId="1076"/>
        <pc:sldMkLst>
          <pc:docMk/>
          <pc:sldMk cId="0" sldId="294"/>
        </pc:sldMkLst>
        <pc:spChg chg="mod">
          <ac:chgData name="SANDIRI SAITEJA" userId="7bba28f06189f9fe" providerId="LiveId" clId="{25A48AB2-991F-4B8A-B1C9-C427D2B30578}" dt="2026-09-15T02:48:36.491" v="90" actId="1076"/>
          <ac:spMkLst>
            <pc:docMk/>
            <pc:sldMk cId="0" sldId="294"/>
            <ac:spMk id="2" creationId="{0EE2C5DF-3DE0-450C-27B3-A71C5FB77227}"/>
          </ac:spMkLst>
        </pc:spChg>
        <pc:spChg chg="mod">
          <ac:chgData name="SANDIRI SAITEJA" userId="7bba28f06189f9fe" providerId="LiveId" clId="{25A48AB2-991F-4B8A-B1C9-C427D2B30578}" dt="2026-09-15T02:48:07.833" v="85" actId="1076"/>
          <ac:spMkLst>
            <pc:docMk/>
            <pc:sldMk cId="0" sldId="294"/>
            <ac:spMk id="6" creationId="{1E7E530D-CE32-04CD-954D-5B030B671432}"/>
          </ac:spMkLst>
        </pc:spChg>
        <pc:picChg chg="add mod">
          <ac:chgData name="SANDIRI SAITEJA" userId="7bba28f06189f9fe" providerId="LiveId" clId="{25A48AB2-991F-4B8A-B1C9-C427D2B30578}" dt="2026-09-15T02:48:39.912" v="91" actId="1076"/>
          <ac:picMkLst>
            <pc:docMk/>
            <pc:sldMk cId="0" sldId="294"/>
            <ac:picMk id="4" creationId="{DF0E198D-BFB7-FD98-BB00-15FC48825EC3}"/>
          </ac:picMkLst>
        </pc:picChg>
        <pc:picChg chg="add mod">
          <ac:chgData name="SANDIRI SAITEJA" userId="7bba28f06189f9fe" providerId="LiveId" clId="{25A48AB2-991F-4B8A-B1C9-C427D2B30578}" dt="2026-09-15T02:48:20.483" v="87" actId="1076"/>
          <ac:picMkLst>
            <pc:docMk/>
            <pc:sldMk cId="0" sldId="294"/>
            <ac:picMk id="7" creationId="{FD9D09CE-BFB6-F351-57BA-2AA98518DE0D}"/>
          </ac:picMkLst>
        </pc:picChg>
        <pc:picChg chg="mod">
          <ac:chgData name="SANDIRI SAITEJA" userId="7bba28f06189f9fe" providerId="LiveId" clId="{25A48AB2-991F-4B8A-B1C9-C427D2B30578}" dt="2026-09-15T02:48:36.491" v="90" actId="1076"/>
          <ac:picMkLst>
            <pc:docMk/>
            <pc:sldMk cId="0" sldId="294"/>
            <ac:picMk id="982" creationId="{00000000-0000-0000-0000-000000000000}"/>
          </ac:picMkLst>
        </pc:picChg>
      </pc:sldChg>
      <pc:sldChg chg="addSp modSp mod">
        <pc:chgData name="SANDIRI SAITEJA" userId="7bba28f06189f9fe" providerId="LiveId" clId="{25A48AB2-991F-4B8A-B1C9-C427D2B30578}" dt="2026-09-15T02:47:45.068" v="82" actId="1076"/>
        <pc:sldMkLst>
          <pc:docMk/>
          <pc:sldMk cId="1194850950" sldId="295"/>
        </pc:sldMkLst>
        <pc:spChg chg="mod">
          <ac:chgData name="SANDIRI SAITEJA" userId="7bba28f06189f9fe" providerId="LiveId" clId="{25A48AB2-991F-4B8A-B1C9-C427D2B30578}" dt="2026-09-15T02:47:45.068" v="82" actId="1076"/>
          <ac:spMkLst>
            <pc:docMk/>
            <pc:sldMk cId="1194850950" sldId="295"/>
            <ac:spMk id="335" creationId="{00000000-0000-0000-0000-000000000000}"/>
          </ac:spMkLst>
        </pc:spChg>
        <pc:spChg chg="mod">
          <ac:chgData name="SANDIRI SAITEJA" userId="7bba28f06189f9fe" providerId="LiveId" clId="{25A48AB2-991F-4B8A-B1C9-C427D2B30578}" dt="2026-09-15T02:45:28.154" v="62" actId="1076"/>
          <ac:spMkLst>
            <pc:docMk/>
            <pc:sldMk cId="1194850950" sldId="295"/>
            <ac:spMk id="336" creationId="{00000000-0000-0000-0000-000000000000}"/>
          </ac:spMkLst>
        </pc:spChg>
        <pc:picChg chg="add mod">
          <ac:chgData name="SANDIRI SAITEJA" userId="7bba28f06189f9fe" providerId="LiveId" clId="{25A48AB2-991F-4B8A-B1C9-C427D2B30578}" dt="2026-09-15T02:47:42.836" v="81" actId="1076"/>
          <ac:picMkLst>
            <pc:docMk/>
            <pc:sldMk cId="1194850950" sldId="295"/>
            <ac:picMk id="3" creationId="{D86A6FED-2DE1-3707-E18B-2A6DF7CB10EC}"/>
          </ac:picMkLst>
        </pc:picChg>
      </pc:sldChg>
      <pc:sldChg chg="addSp modSp mod">
        <pc:chgData name="SANDIRI SAITEJA" userId="7bba28f06189f9fe" providerId="LiveId" clId="{25A48AB2-991F-4B8A-B1C9-C427D2B30578}" dt="2026-09-15T02:47:39.030" v="80" actId="1076"/>
        <pc:sldMkLst>
          <pc:docMk/>
          <pc:sldMk cId="2470227998" sldId="296"/>
        </pc:sldMkLst>
        <pc:spChg chg="mod">
          <ac:chgData name="SANDIRI SAITEJA" userId="7bba28f06189f9fe" providerId="LiveId" clId="{25A48AB2-991F-4B8A-B1C9-C427D2B30578}" dt="2026-09-15T02:47:39.030" v="80" actId="1076"/>
          <ac:spMkLst>
            <pc:docMk/>
            <pc:sldMk cId="2470227998" sldId="296"/>
            <ac:spMk id="335" creationId="{00000000-0000-0000-0000-000000000000}"/>
          </ac:spMkLst>
        </pc:spChg>
        <pc:spChg chg="mod">
          <ac:chgData name="SANDIRI SAITEJA" userId="7bba28f06189f9fe" providerId="LiveId" clId="{25A48AB2-991F-4B8A-B1C9-C427D2B30578}" dt="2026-09-15T02:44:36.707" v="54" actId="1076"/>
          <ac:spMkLst>
            <pc:docMk/>
            <pc:sldMk cId="2470227998" sldId="296"/>
            <ac:spMk id="336" creationId="{00000000-0000-0000-0000-000000000000}"/>
          </ac:spMkLst>
        </pc:spChg>
        <pc:picChg chg="add mod">
          <ac:chgData name="SANDIRI SAITEJA" userId="7bba28f06189f9fe" providerId="LiveId" clId="{25A48AB2-991F-4B8A-B1C9-C427D2B30578}" dt="2026-09-15T02:47:36.367" v="79" actId="1076"/>
          <ac:picMkLst>
            <pc:docMk/>
            <pc:sldMk cId="2470227998" sldId="296"/>
            <ac:picMk id="3" creationId="{796C4C76-53ED-2393-9894-CE337B77076E}"/>
          </ac:picMkLst>
        </pc:picChg>
      </pc:sldChg>
      <pc:sldChg chg="addSp modSp mod">
        <pc:chgData name="SANDIRI SAITEJA" userId="7bba28f06189f9fe" providerId="LiveId" clId="{25A48AB2-991F-4B8A-B1C9-C427D2B30578}" dt="2026-09-15T02:47:21.141" v="77" actId="1076"/>
        <pc:sldMkLst>
          <pc:docMk/>
          <pc:sldMk cId="4258677346" sldId="297"/>
        </pc:sldMkLst>
        <pc:spChg chg="mod">
          <ac:chgData name="SANDIRI SAITEJA" userId="7bba28f06189f9fe" providerId="LiveId" clId="{25A48AB2-991F-4B8A-B1C9-C427D2B30578}" dt="2026-09-15T02:47:21.141" v="77" actId="1076"/>
          <ac:spMkLst>
            <pc:docMk/>
            <pc:sldMk cId="4258677346" sldId="297"/>
            <ac:spMk id="335" creationId="{00000000-0000-0000-0000-000000000000}"/>
          </ac:spMkLst>
        </pc:spChg>
        <pc:spChg chg="mod">
          <ac:chgData name="SANDIRI SAITEJA" userId="7bba28f06189f9fe" providerId="LiveId" clId="{25A48AB2-991F-4B8A-B1C9-C427D2B30578}" dt="2026-09-15T02:44:01.775" v="45" actId="1076"/>
          <ac:spMkLst>
            <pc:docMk/>
            <pc:sldMk cId="4258677346" sldId="297"/>
            <ac:spMk id="336" creationId="{00000000-0000-0000-0000-000000000000}"/>
          </ac:spMkLst>
        </pc:spChg>
        <pc:picChg chg="add mod">
          <ac:chgData name="SANDIRI SAITEJA" userId="7bba28f06189f9fe" providerId="LiveId" clId="{25A48AB2-991F-4B8A-B1C9-C427D2B30578}" dt="2026-09-15T02:44:14.199" v="51" actId="1076"/>
          <ac:picMkLst>
            <pc:docMk/>
            <pc:sldMk cId="4258677346" sldId="297"/>
            <ac:picMk id="3" creationId="{8400D966-DACA-247D-C6B1-B82021A55832}"/>
          </ac:picMkLst>
        </pc:picChg>
      </pc:sldChg>
      <pc:sldChg chg="addSp modSp mod">
        <pc:chgData name="SANDIRI SAITEJA" userId="7bba28f06189f9fe" providerId="LiveId" clId="{25A48AB2-991F-4B8A-B1C9-C427D2B30578}" dt="2026-09-15T02:47:14.823" v="76" actId="1076"/>
        <pc:sldMkLst>
          <pc:docMk/>
          <pc:sldMk cId="2241223319" sldId="298"/>
        </pc:sldMkLst>
        <pc:spChg chg="mod">
          <ac:chgData name="SANDIRI SAITEJA" userId="7bba28f06189f9fe" providerId="LiveId" clId="{25A48AB2-991F-4B8A-B1C9-C427D2B30578}" dt="2026-09-15T02:47:14.823" v="76" actId="1076"/>
          <ac:spMkLst>
            <pc:docMk/>
            <pc:sldMk cId="2241223319" sldId="298"/>
            <ac:spMk id="335" creationId="{00000000-0000-0000-0000-000000000000}"/>
          </ac:spMkLst>
        </pc:spChg>
        <pc:spChg chg="mod">
          <ac:chgData name="SANDIRI SAITEJA" userId="7bba28f06189f9fe" providerId="LiveId" clId="{25A48AB2-991F-4B8A-B1C9-C427D2B30578}" dt="2026-09-15T02:43:33.651" v="42" actId="1076"/>
          <ac:spMkLst>
            <pc:docMk/>
            <pc:sldMk cId="2241223319" sldId="298"/>
            <ac:spMk id="336" creationId="{00000000-0000-0000-0000-000000000000}"/>
          </ac:spMkLst>
        </pc:spChg>
        <pc:picChg chg="add mod">
          <ac:chgData name="SANDIRI SAITEJA" userId="7bba28f06189f9fe" providerId="LiveId" clId="{25A48AB2-991F-4B8A-B1C9-C427D2B30578}" dt="2026-09-15T02:43:29.974" v="41" actId="1076"/>
          <ac:picMkLst>
            <pc:docMk/>
            <pc:sldMk cId="2241223319" sldId="298"/>
            <ac:picMk id="3" creationId="{386BB7CD-B0F2-D69C-F04B-2D3AF77021D4}"/>
          </ac:picMkLst>
        </pc:picChg>
      </pc:sldChg>
      <pc:sldChg chg="addSp modSp mod">
        <pc:chgData name="SANDIRI SAITEJA" userId="7bba28f06189f9fe" providerId="LiveId" clId="{25A48AB2-991F-4B8A-B1C9-C427D2B30578}" dt="2026-09-15T02:47:09.378" v="75" actId="1076"/>
        <pc:sldMkLst>
          <pc:docMk/>
          <pc:sldMk cId="823000433" sldId="299"/>
        </pc:sldMkLst>
        <pc:spChg chg="mod">
          <ac:chgData name="SANDIRI SAITEJA" userId="7bba28f06189f9fe" providerId="LiveId" clId="{25A48AB2-991F-4B8A-B1C9-C427D2B30578}" dt="2026-09-15T02:47:09.378" v="75" actId="1076"/>
          <ac:spMkLst>
            <pc:docMk/>
            <pc:sldMk cId="823000433" sldId="299"/>
            <ac:spMk id="335" creationId="{00000000-0000-0000-0000-000000000000}"/>
          </ac:spMkLst>
        </pc:spChg>
        <pc:spChg chg="mod">
          <ac:chgData name="SANDIRI SAITEJA" userId="7bba28f06189f9fe" providerId="LiveId" clId="{25A48AB2-991F-4B8A-B1C9-C427D2B30578}" dt="2026-09-15T02:41:04.408" v="19" actId="1076"/>
          <ac:spMkLst>
            <pc:docMk/>
            <pc:sldMk cId="823000433" sldId="299"/>
            <ac:spMk id="336" creationId="{00000000-0000-0000-0000-000000000000}"/>
          </ac:spMkLst>
        </pc:spChg>
        <pc:picChg chg="add mod">
          <ac:chgData name="SANDIRI SAITEJA" userId="7bba28f06189f9fe" providerId="LiveId" clId="{25A48AB2-991F-4B8A-B1C9-C427D2B30578}" dt="2026-09-15T02:41:39.771" v="25" actId="1076"/>
          <ac:picMkLst>
            <pc:docMk/>
            <pc:sldMk cId="823000433" sldId="299"/>
            <ac:picMk id="3" creationId="{02014997-1212-8AF0-8EC6-10E8C6D51688}"/>
          </ac:picMkLst>
        </pc:picChg>
      </pc:sldChg>
      <pc:sldChg chg="addSp modSp mod">
        <pc:chgData name="SANDIRI SAITEJA" userId="7bba28f06189f9fe" providerId="LiveId" clId="{25A48AB2-991F-4B8A-B1C9-C427D2B30578}" dt="2026-09-15T02:47:02.883" v="74" actId="1076"/>
        <pc:sldMkLst>
          <pc:docMk/>
          <pc:sldMk cId="2564077263" sldId="300"/>
        </pc:sldMkLst>
        <pc:spChg chg="mod">
          <ac:chgData name="SANDIRI SAITEJA" userId="7bba28f06189f9fe" providerId="LiveId" clId="{25A48AB2-991F-4B8A-B1C9-C427D2B30578}" dt="2026-09-15T02:47:02.883" v="74" actId="1076"/>
          <ac:spMkLst>
            <pc:docMk/>
            <pc:sldMk cId="2564077263" sldId="300"/>
            <ac:spMk id="335" creationId="{00000000-0000-0000-0000-000000000000}"/>
          </ac:spMkLst>
        </pc:spChg>
        <pc:spChg chg="mod">
          <ac:chgData name="SANDIRI SAITEJA" userId="7bba28f06189f9fe" providerId="LiveId" clId="{25A48AB2-991F-4B8A-B1C9-C427D2B30578}" dt="2026-09-15T02:40:15.942" v="17" actId="1076"/>
          <ac:spMkLst>
            <pc:docMk/>
            <pc:sldMk cId="2564077263" sldId="300"/>
            <ac:spMk id="336" creationId="{00000000-0000-0000-0000-000000000000}"/>
          </ac:spMkLst>
        </pc:spChg>
        <pc:picChg chg="add mod">
          <ac:chgData name="SANDIRI SAITEJA" userId="7bba28f06189f9fe" providerId="LiveId" clId="{25A48AB2-991F-4B8A-B1C9-C427D2B30578}" dt="2026-09-15T02:42:55.160" v="32" actId="1076"/>
          <ac:picMkLst>
            <pc:docMk/>
            <pc:sldMk cId="2564077263" sldId="300"/>
            <ac:picMk id="3" creationId="{1E335828-46D9-B8D8-4A7F-2A95DF1E6D3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853034354b_0_247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853034354b_0_247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853034354b_0_247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853034354b_0_247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76414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853034354b_0_247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853034354b_0_247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3171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853034354b_0_247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853034354b_0_247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6747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853034354b_0_247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853034354b_0_247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61205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853034354b_0_247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853034354b_0_247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53877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853034354b_0_247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853034354b_0_247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11552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g120f6c89457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6" name="Google Shape;976;g120f6c89457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 amt="28000"/>
          </a:blip>
          <a:srcRect t="3045" b="39511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3">
            <a:alphaModFix/>
          </a:blip>
          <a:srcRect b="61089"/>
          <a:stretch/>
        </p:blipFill>
        <p:spPr>
          <a:xfrm rot="-620881">
            <a:off x="1853551" y="40483"/>
            <a:ext cx="2068426" cy="1772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 rotWithShape="1">
          <a:blip r:embed="rId4">
            <a:alphaModFix/>
          </a:blip>
          <a:srcRect r="1546" b="6838"/>
          <a:stretch/>
        </p:blipFill>
        <p:spPr>
          <a:xfrm>
            <a:off x="1047887" y="524012"/>
            <a:ext cx="7048226" cy="4102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93925" y="2989525"/>
            <a:ext cx="1584774" cy="1852801"/>
          </a:xfrm>
          <a:prstGeom prst="rect">
            <a:avLst/>
          </a:prstGeom>
          <a:noFill/>
          <a:ln>
            <a:noFill/>
          </a:ln>
          <a:effectLst>
            <a:outerShdw blurRad="57150" dist="19050" dir="3300000" algn="bl" rotWithShape="0">
              <a:srgbClr val="000000">
                <a:alpha val="34000"/>
              </a:srgbClr>
            </a:outerShdw>
          </a:effectLst>
        </p:spPr>
      </p:pic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532100" y="1728423"/>
            <a:ext cx="6079800" cy="165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72763" y="3769325"/>
            <a:ext cx="14271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9pPr>
          </a:lstStyle>
          <a:p>
            <a:endParaRPr/>
          </a:p>
        </p:txBody>
      </p:sp>
      <p:pic>
        <p:nvPicPr>
          <p:cNvPr id="15" name="Google Shape;15;p2"/>
          <p:cNvPicPr preferRelativeResize="0"/>
          <p:nvPr/>
        </p:nvPicPr>
        <p:blipFill rotWithShape="1">
          <a:blip r:embed="rId6">
            <a:alphaModFix/>
          </a:blip>
          <a:srcRect t="16970" r="8892" b="21026"/>
          <a:stretch/>
        </p:blipFill>
        <p:spPr>
          <a:xfrm>
            <a:off x="6539175" y="3603223"/>
            <a:ext cx="2036850" cy="81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 rotWithShape="1">
          <a:blip r:embed="rId7">
            <a:alphaModFix/>
          </a:blip>
          <a:srcRect t="16735" r="8892" b="18301"/>
          <a:stretch/>
        </p:blipFill>
        <p:spPr>
          <a:xfrm>
            <a:off x="6539175" y="3055100"/>
            <a:ext cx="2036850" cy="8460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4"/>
          <p:cNvPicPr preferRelativeResize="0"/>
          <p:nvPr/>
        </p:nvPicPr>
        <p:blipFill rotWithShape="1">
          <a:blip r:embed="rId2">
            <a:alphaModFix amt="28000"/>
          </a:blip>
          <a:srcRect t="3045" b="39511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4"/>
          <p:cNvPicPr preferRelativeResize="0"/>
          <p:nvPr/>
        </p:nvPicPr>
        <p:blipFill rotWithShape="1">
          <a:blip r:embed="rId3">
            <a:alphaModFix/>
          </a:blip>
          <a:srcRect r="1546" b="6838"/>
          <a:stretch/>
        </p:blipFill>
        <p:spPr>
          <a:xfrm>
            <a:off x="384887" y="134900"/>
            <a:ext cx="8374226" cy="4873724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1836900" y="711175"/>
            <a:ext cx="5470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1398275" y="1401825"/>
            <a:ext cx="6963300" cy="306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7975">
              <a:spcBef>
                <a:spcPts val="0"/>
              </a:spcBef>
              <a:spcAft>
                <a:spcPts val="0"/>
              </a:spcAft>
              <a:buSzPts val="1250"/>
              <a:buFont typeface="Concert One"/>
              <a:buAutoNum type="arabicPeriod"/>
              <a:defRPr sz="950">
                <a:solidFill>
                  <a:schemeClr val="dk2"/>
                </a:solidFill>
              </a:defRPr>
            </a:lvl1pPr>
            <a:lvl2pPr marL="914400" lvl="1" indent="-292100">
              <a:spcBef>
                <a:spcPts val="1600"/>
              </a:spcBef>
              <a:spcAft>
                <a:spcPts val="0"/>
              </a:spcAft>
              <a:buClr>
                <a:srgbClr val="4D719D"/>
              </a:buClr>
              <a:buSzPts val="1000"/>
              <a:buFont typeface="Muli"/>
              <a:buAutoNum type="alphaLcPeriod"/>
              <a:defRPr sz="950">
                <a:solidFill>
                  <a:schemeClr val="dk2"/>
                </a:solidFill>
              </a:defRPr>
            </a:lvl2pPr>
            <a:lvl3pPr marL="1371600" lvl="2" indent="-292100">
              <a:spcBef>
                <a:spcPts val="1600"/>
              </a:spcBef>
              <a:spcAft>
                <a:spcPts val="0"/>
              </a:spcAft>
              <a:buClr>
                <a:srgbClr val="4D719D"/>
              </a:buClr>
              <a:buSzPts val="1000"/>
              <a:buFont typeface="Muli"/>
              <a:buAutoNum type="romanLcPeriod"/>
              <a:defRPr sz="950">
                <a:solidFill>
                  <a:schemeClr val="dk2"/>
                </a:solidFill>
              </a:defRPr>
            </a:lvl3pPr>
            <a:lvl4pPr marL="1828800" lvl="3" indent="-292100">
              <a:spcBef>
                <a:spcPts val="1600"/>
              </a:spcBef>
              <a:spcAft>
                <a:spcPts val="0"/>
              </a:spcAft>
              <a:buClr>
                <a:srgbClr val="4D719D"/>
              </a:buClr>
              <a:buSzPts val="1000"/>
              <a:buFont typeface="Muli"/>
              <a:buAutoNum type="arabicPeriod"/>
              <a:defRPr sz="950">
                <a:solidFill>
                  <a:schemeClr val="dk2"/>
                </a:solidFill>
              </a:defRPr>
            </a:lvl4pPr>
            <a:lvl5pPr marL="2286000" lvl="4" indent="-292100">
              <a:spcBef>
                <a:spcPts val="1600"/>
              </a:spcBef>
              <a:spcAft>
                <a:spcPts val="0"/>
              </a:spcAft>
              <a:buClr>
                <a:srgbClr val="4D719D"/>
              </a:buClr>
              <a:buSzPts val="1000"/>
              <a:buFont typeface="Muli"/>
              <a:buAutoNum type="alphaLcPeriod"/>
              <a:defRPr sz="950">
                <a:solidFill>
                  <a:schemeClr val="dk2"/>
                </a:solidFill>
              </a:defRPr>
            </a:lvl5pPr>
            <a:lvl6pPr marL="2743200" lvl="5" indent="-292100">
              <a:spcBef>
                <a:spcPts val="1600"/>
              </a:spcBef>
              <a:spcAft>
                <a:spcPts val="0"/>
              </a:spcAft>
              <a:buClr>
                <a:srgbClr val="4D719D"/>
              </a:buClr>
              <a:buSzPts val="1000"/>
              <a:buFont typeface="Muli"/>
              <a:buAutoNum type="romanLcPeriod"/>
              <a:defRPr sz="950">
                <a:solidFill>
                  <a:schemeClr val="dk2"/>
                </a:solidFill>
              </a:defRPr>
            </a:lvl6pPr>
            <a:lvl7pPr marL="3200400" lvl="6" indent="-292100">
              <a:spcBef>
                <a:spcPts val="1600"/>
              </a:spcBef>
              <a:spcAft>
                <a:spcPts val="0"/>
              </a:spcAft>
              <a:buClr>
                <a:srgbClr val="4D719D"/>
              </a:buClr>
              <a:buSzPts val="1000"/>
              <a:buFont typeface="Muli"/>
              <a:buAutoNum type="arabicPeriod"/>
              <a:defRPr sz="950">
                <a:solidFill>
                  <a:schemeClr val="dk2"/>
                </a:solidFill>
              </a:defRPr>
            </a:lvl7pPr>
            <a:lvl8pPr marL="3657600" lvl="7" indent="-292100">
              <a:spcBef>
                <a:spcPts val="1600"/>
              </a:spcBef>
              <a:spcAft>
                <a:spcPts val="0"/>
              </a:spcAft>
              <a:buClr>
                <a:srgbClr val="4D719D"/>
              </a:buClr>
              <a:buSzPts val="1000"/>
              <a:buFont typeface="Muli"/>
              <a:buAutoNum type="alphaLcPeriod"/>
              <a:defRPr sz="950">
                <a:solidFill>
                  <a:schemeClr val="dk2"/>
                </a:solidFill>
              </a:defRPr>
            </a:lvl8pPr>
            <a:lvl9pPr marL="4114800" lvl="8" indent="-292100">
              <a:spcBef>
                <a:spcPts val="1600"/>
              </a:spcBef>
              <a:spcAft>
                <a:spcPts val="1600"/>
              </a:spcAft>
              <a:buClr>
                <a:srgbClr val="4D719D"/>
              </a:buClr>
              <a:buSzPts val="1000"/>
              <a:buFont typeface="Muli"/>
              <a:buAutoNum type="romanLcPeriod"/>
              <a:defRPr sz="95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1">
  <p:cSld name="MAIN_POINT_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6"/>
          <p:cNvPicPr preferRelativeResize="0"/>
          <p:nvPr/>
        </p:nvPicPr>
        <p:blipFill rotWithShape="1">
          <a:blip r:embed="rId2">
            <a:alphaModFix amt="28000"/>
          </a:blip>
          <a:srcRect t="3045" b="39511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6"/>
          <p:cNvPicPr preferRelativeResize="0"/>
          <p:nvPr/>
        </p:nvPicPr>
        <p:blipFill rotWithShape="1">
          <a:blip r:embed="rId3">
            <a:alphaModFix/>
          </a:blip>
          <a:srcRect b="61089"/>
          <a:stretch/>
        </p:blipFill>
        <p:spPr>
          <a:xfrm rot="1142343">
            <a:off x="6222976" y="2291982"/>
            <a:ext cx="2068425" cy="1772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6"/>
          <p:cNvPicPr preferRelativeResize="0"/>
          <p:nvPr/>
        </p:nvPicPr>
        <p:blipFill rotWithShape="1">
          <a:blip r:embed="rId3">
            <a:alphaModFix/>
          </a:blip>
          <a:srcRect b="61089"/>
          <a:stretch/>
        </p:blipFill>
        <p:spPr>
          <a:xfrm rot="-1920292">
            <a:off x="925352" y="1011382"/>
            <a:ext cx="2068424" cy="1772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74151" y="447699"/>
            <a:ext cx="5395700" cy="42481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6" name="Google Shape;96;p16"/>
          <p:cNvSpPr txBox="1">
            <a:spLocks noGrp="1"/>
          </p:cNvSpPr>
          <p:nvPr>
            <p:ph type="title"/>
          </p:nvPr>
        </p:nvSpPr>
        <p:spPr>
          <a:xfrm>
            <a:off x="2426100" y="1386676"/>
            <a:ext cx="4291800" cy="247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8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"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41"/>
          <p:cNvPicPr preferRelativeResize="0"/>
          <p:nvPr/>
        </p:nvPicPr>
        <p:blipFill rotWithShape="1">
          <a:blip r:embed="rId2">
            <a:alphaModFix amt="28000"/>
          </a:blip>
          <a:srcRect t="3045" b="39511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APTION_ONLY_1_1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42"/>
          <p:cNvPicPr preferRelativeResize="0"/>
          <p:nvPr/>
        </p:nvPicPr>
        <p:blipFill rotWithShape="1">
          <a:blip r:embed="rId2">
            <a:alphaModFix amt="28000"/>
          </a:blip>
          <a:srcRect t="3045" b="39511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775" y="186275"/>
            <a:ext cx="8632448" cy="4770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SECTION_TITLE_AND_DESCRIPTION_1_1_3_1"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43"/>
          <p:cNvPicPr preferRelativeResize="0"/>
          <p:nvPr/>
        </p:nvPicPr>
        <p:blipFill rotWithShape="1">
          <a:blip r:embed="rId2">
            <a:alphaModFix amt="28000"/>
          </a:blip>
          <a:srcRect t="3045" b="39511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425" y="201113"/>
            <a:ext cx="8635149" cy="474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IG_NUMBER_1_1_2"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44"/>
          <p:cNvPicPr preferRelativeResize="0"/>
          <p:nvPr/>
        </p:nvPicPr>
        <p:blipFill rotWithShape="1">
          <a:blip r:embed="rId2">
            <a:alphaModFix amt="28000"/>
          </a:blip>
          <a:srcRect t="3045" b="39511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44"/>
          <p:cNvPicPr preferRelativeResize="0"/>
          <p:nvPr/>
        </p:nvPicPr>
        <p:blipFill rotWithShape="1">
          <a:blip r:embed="rId3">
            <a:alphaModFix/>
          </a:blip>
          <a:srcRect r="1546" b="6838"/>
          <a:stretch/>
        </p:blipFill>
        <p:spPr>
          <a:xfrm>
            <a:off x="384887" y="134900"/>
            <a:ext cx="8374226" cy="4873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oncert One"/>
              <a:buNone/>
              <a:defRPr sz="2800" b="1">
                <a:solidFill>
                  <a:schemeClr val="accent2"/>
                </a:solidFill>
                <a:latin typeface="Concert One"/>
                <a:ea typeface="Concert One"/>
                <a:cs typeface="Concert One"/>
                <a:sym typeface="Concert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249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Char char="●"/>
              <a:defRPr sz="1800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○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■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●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○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■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●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○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Font typeface="Roboto Mono Medium"/>
              <a:buChar char="■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8" r:id="rId3"/>
    <p:sldLayoutId id="2147483662" r:id="rId4"/>
    <p:sldLayoutId id="2147483687" r:id="rId5"/>
    <p:sldLayoutId id="2147483688" r:id="rId6"/>
    <p:sldLayoutId id="2147483689" r:id="rId7"/>
    <p:sldLayoutId id="2147483690" r:id="rId8"/>
  </p:sldLayoutIdLst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5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0"/>
          <p:cNvSpPr txBox="1">
            <a:spLocks noGrp="1"/>
          </p:cNvSpPr>
          <p:nvPr>
            <p:ph type="ctrTitle"/>
          </p:nvPr>
        </p:nvSpPr>
        <p:spPr>
          <a:xfrm>
            <a:off x="1889900" y="833114"/>
            <a:ext cx="5804248" cy="202484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4800" dirty="0"/>
              <a:t>The Evolving Role of Software</a:t>
            </a:r>
            <a:br>
              <a:rPr lang="en-US" sz="4800" dirty="0"/>
            </a:br>
            <a:r>
              <a:rPr lang="en-US" sz="4800" dirty="0"/>
              <a:t>in Modern Society</a:t>
            </a:r>
            <a:endParaRPr sz="4800" dirty="0">
              <a:solidFill>
                <a:schemeClr val="accent2"/>
              </a:solidFill>
            </a:endParaRPr>
          </a:p>
        </p:txBody>
      </p:sp>
      <p:sp>
        <p:nvSpPr>
          <p:cNvPr id="327" name="Google Shape;327;p50"/>
          <p:cNvSpPr txBox="1">
            <a:spLocks noGrp="1"/>
          </p:cNvSpPr>
          <p:nvPr>
            <p:ph type="subTitle" idx="1"/>
          </p:nvPr>
        </p:nvSpPr>
        <p:spPr>
          <a:xfrm>
            <a:off x="1672775" y="3657600"/>
            <a:ext cx="1427100" cy="6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/>
              <a:t>Here starts the lesson!</a:t>
            </a:r>
            <a:endParaRPr b="0"/>
          </a:p>
        </p:txBody>
      </p:sp>
      <p:sp>
        <p:nvSpPr>
          <p:cNvPr id="328" name="Google Shape;328;p50"/>
          <p:cNvSpPr/>
          <p:nvPr/>
        </p:nvSpPr>
        <p:spPr>
          <a:xfrm>
            <a:off x="2640700" y="2929265"/>
            <a:ext cx="617075" cy="15875"/>
          </a:xfrm>
          <a:custGeom>
            <a:avLst/>
            <a:gdLst/>
            <a:ahLst/>
            <a:cxnLst/>
            <a:rect l="l" t="t" r="r" b="b"/>
            <a:pathLst>
              <a:path w="24683" h="635" extrusionOk="0">
                <a:moveTo>
                  <a:pt x="0" y="635"/>
                </a:moveTo>
                <a:cubicBezTo>
                  <a:pt x="8115" y="-719"/>
                  <a:pt x="16455" y="635"/>
                  <a:pt x="24683" y="635"/>
                </a:cubicBezTo>
              </a:path>
            </a:pathLst>
          </a:custGeom>
          <a:noFill/>
          <a:ln w="762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29" name="Google Shape;329;p50"/>
          <p:cNvSpPr/>
          <p:nvPr/>
        </p:nvSpPr>
        <p:spPr>
          <a:xfrm>
            <a:off x="5822625" y="2886561"/>
            <a:ext cx="613650" cy="13775"/>
          </a:xfrm>
          <a:custGeom>
            <a:avLst/>
            <a:gdLst/>
            <a:ahLst/>
            <a:cxnLst/>
            <a:rect l="l" t="t" r="r" b="b"/>
            <a:pathLst>
              <a:path w="24546" h="551" extrusionOk="0">
                <a:moveTo>
                  <a:pt x="0" y="551"/>
                </a:moveTo>
                <a:cubicBezTo>
                  <a:pt x="8133" y="-353"/>
                  <a:pt x="16363" y="137"/>
                  <a:pt x="24546" y="137"/>
                </a:cubicBezTo>
              </a:path>
            </a:pathLst>
          </a:custGeom>
          <a:noFill/>
          <a:ln w="762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30" name="Google Shape;330;p50"/>
          <p:cNvSpPr/>
          <p:nvPr/>
        </p:nvSpPr>
        <p:spPr>
          <a:xfrm>
            <a:off x="1889900" y="4413504"/>
            <a:ext cx="992850" cy="102600"/>
          </a:xfrm>
          <a:custGeom>
            <a:avLst/>
            <a:gdLst/>
            <a:ahLst/>
            <a:cxnLst/>
            <a:rect l="l" t="t" r="r" b="b"/>
            <a:pathLst>
              <a:path w="39714" h="4104" extrusionOk="0">
                <a:moveTo>
                  <a:pt x="0" y="4104"/>
                </a:moveTo>
                <a:cubicBezTo>
                  <a:pt x="11382" y="-2730"/>
                  <a:pt x="26437" y="1070"/>
                  <a:pt x="39714" y="1070"/>
                </a:cubicBezTo>
              </a:path>
            </a:pathLst>
          </a:cu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E86AE6-62AF-5780-799D-73B307541C16}"/>
              </a:ext>
            </a:extLst>
          </p:cNvPr>
          <p:cNvSpPr txBox="1"/>
          <p:nvPr/>
        </p:nvSpPr>
        <p:spPr>
          <a:xfrm>
            <a:off x="3323771" y="3217333"/>
            <a:ext cx="249885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Presented By:</a:t>
            </a:r>
          </a:p>
          <a:p>
            <a:pPr algn="ctr"/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A. Aishwarya</a:t>
            </a:r>
          </a:p>
          <a:p>
            <a:pPr algn="ctr"/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(257R1A66D0)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1"/>
          <p:cNvSpPr txBox="1">
            <a:spLocks noGrp="1"/>
          </p:cNvSpPr>
          <p:nvPr>
            <p:ph type="title"/>
          </p:nvPr>
        </p:nvSpPr>
        <p:spPr>
          <a:xfrm>
            <a:off x="757495" y="1577449"/>
            <a:ext cx="5470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What Is Software?</a:t>
            </a:r>
            <a:br>
              <a:rPr lang="en-US" dirty="0"/>
            </a:br>
            <a:endParaRPr dirty="0"/>
          </a:p>
        </p:txBody>
      </p:sp>
      <p:sp>
        <p:nvSpPr>
          <p:cNvPr id="336" name="Google Shape;336;p51"/>
          <p:cNvSpPr txBox="1">
            <a:spLocks noGrp="1"/>
          </p:cNvSpPr>
          <p:nvPr>
            <p:ph type="body" idx="1"/>
          </p:nvPr>
        </p:nvSpPr>
        <p:spPr>
          <a:xfrm>
            <a:off x="1429850" y="2831047"/>
            <a:ext cx="6963300" cy="16171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Aft>
                <a:spcPts val="1000"/>
              </a:spcAft>
              <a:defRPr sz="2100"/>
            </a:pPr>
            <a:r>
              <a:rPr lang="en-US" sz="1000" b="1" dirty="0"/>
              <a:t>Software is a set of instructions that tells a computer or device what to do.</a:t>
            </a:r>
          </a:p>
          <a:p>
            <a:pPr marL="0" indent="0">
              <a:spcAft>
                <a:spcPts val="1000"/>
              </a:spcAft>
              <a:defRPr sz="2100"/>
            </a:pPr>
            <a:r>
              <a:rPr lang="en-US" sz="1000" b="1" dirty="0"/>
              <a:t>Hardware is the physical part and the software makes it useful.</a:t>
            </a:r>
          </a:p>
          <a:p>
            <a:pPr marL="0" indent="0">
              <a:spcAft>
                <a:spcPts val="1000"/>
              </a:spcAft>
              <a:defRPr sz="2100"/>
            </a:pPr>
            <a:r>
              <a:rPr lang="en-US" sz="1000" b="1" dirty="0"/>
              <a:t>Used in phones, computers, ATMs, cars, hospitals and college systems.</a:t>
            </a:r>
          </a:p>
          <a:p>
            <a:pPr marL="0" indent="0">
              <a:spcAft>
                <a:spcPts val="1000"/>
              </a:spcAft>
              <a:defRPr sz="2100"/>
            </a:pPr>
            <a:r>
              <a:rPr lang="en-US" sz="1000" b="1" dirty="0"/>
              <a:t>Software processes information, automates tasks and connects people.</a:t>
            </a:r>
          </a:p>
          <a:p>
            <a:pPr marL="0" indent="0">
              <a:spcAft>
                <a:spcPts val="1000"/>
              </a:spcAft>
              <a:defRPr sz="2100"/>
            </a:pPr>
            <a:r>
              <a:rPr lang="en-US" sz="1000" b="1" dirty="0"/>
              <a:t>Example: Google Maps uses GPS data and software to guide us to a destination.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D7F81C-D3BC-E0D5-843F-217C2893E7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4391" y="809499"/>
            <a:ext cx="1825316" cy="18376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1"/>
          <p:cNvSpPr txBox="1">
            <a:spLocks noGrp="1"/>
          </p:cNvSpPr>
          <p:nvPr>
            <p:ph type="title"/>
          </p:nvPr>
        </p:nvSpPr>
        <p:spPr>
          <a:xfrm>
            <a:off x="0" y="1018723"/>
            <a:ext cx="6270106" cy="11524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How the Role of </a:t>
            </a:r>
            <a:br>
              <a:rPr lang="en-US" sz="2800" dirty="0"/>
            </a:br>
            <a:r>
              <a:rPr lang="en-US" sz="2800" dirty="0"/>
              <a:t>Software </a:t>
            </a:r>
            <a:br>
              <a:rPr lang="en-US" sz="2800" dirty="0"/>
            </a:br>
            <a:r>
              <a:rPr lang="en-US" sz="2800" dirty="0"/>
              <a:t>Has Evolved</a:t>
            </a:r>
            <a:br>
              <a:rPr lang="en-US" sz="2800" dirty="0"/>
            </a:br>
            <a:endParaRPr dirty="0"/>
          </a:p>
        </p:txBody>
      </p:sp>
      <p:sp>
        <p:nvSpPr>
          <p:cNvPr id="336" name="Google Shape;336;p51"/>
          <p:cNvSpPr txBox="1">
            <a:spLocks noGrp="1"/>
          </p:cNvSpPr>
          <p:nvPr>
            <p:ph type="body" idx="1"/>
          </p:nvPr>
        </p:nvSpPr>
        <p:spPr>
          <a:xfrm>
            <a:off x="1288271" y="2571750"/>
            <a:ext cx="6963300" cy="306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Aft>
                <a:spcPts val="1000"/>
              </a:spcAft>
              <a:defRPr sz="2100"/>
            </a:pPr>
            <a:r>
              <a:rPr lang="en-US" sz="1000" b="1" dirty="0"/>
              <a:t>Software was mainly used for calculations and specific, fixed tasks.</a:t>
            </a:r>
          </a:p>
          <a:p>
            <a:pPr marL="0" indent="0">
              <a:spcAft>
                <a:spcPts val="1000"/>
              </a:spcAft>
              <a:defRPr sz="2100"/>
            </a:pPr>
            <a:r>
              <a:rPr lang="en-US" sz="1000" b="1" dirty="0"/>
              <a:t>Personal computers introduced word processors, spreadsheets, games, and desktop applications.</a:t>
            </a:r>
          </a:p>
          <a:p>
            <a:pPr marL="0" indent="0">
              <a:spcAft>
                <a:spcPts val="1000"/>
              </a:spcAft>
              <a:defRPr sz="2100"/>
            </a:pPr>
            <a:r>
              <a:rPr lang="en-US" sz="1000" b="1" dirty="0"/>
              <a:t>The Internet connected software through email, websites, online banking, and e-commerce.</a:t>
            </a:r>
          </a:p>
          <a:p>
            <a:pPr marL="0" indent="0">
              <a:spcAft>
                <a:spcPts val="1000"/>
              </a:spcAft>
              <a:defRPr sz="2100"/>
            </a:pPr>
            <a:r>
              <a:rPr lang="en-US" sz="1000" b="1" dirty="0"/>
              <a:t>Mobile and cloud technology made software available anywhere and anytime.</a:t>
            </a:r>
          </a:p>
          <a:p>
            <a:pPr marL="0" indent="0">
              <a:spcAft>
                <a:spcPts val="1000"/>
              </a:spcAft>
              <a:defRPr sz="2100"/>
            </a:pPr>
            <a:r>
              <a:rPr lang="en-US" sz="1000" b="1" dirty="0"/>
              <a:t>Today, AI-powered software can learn patterns, make predictions, and assist with decisions.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335828-46D9-B8D8-4A7F-2A95DF1E6D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3272" y="618126"/>
            <a:ext cx="2038281" cy="1953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077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1"/>
          <p:cNvSpPr txBox="1">
            <a:spLocks noGrp="1"/>
          </p:cNvSpPr>
          <p:nvPr>
            <p:ph type="title"/>
          </p:nvPr>
        </p:nvSpPr>
        <p:spPr>
          <a:xfrm>
            <a:off x="550985" y="1593786"/>
            <a:ext cx="5470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Software Around Us</a:t>
            </a:r>
            <a:br>
              <a:rPr lang="en-US" dirty="0"/>
            </a:br>
            <a:endParaRPr dirty="0"/>
          </a:p>
        </p:txBody>
      </p:sp>
      <p:sp>
        <p:nvSpPr>
          <p:cNvPr id="336" name="Google Shape;336;p51"/>
          <p:cNvSpPr txBox="1">
            <a:spLocks noGrp="1"/>
          </p:cNvSpPr>
          <p:nvPr>
            <p:ph type="body" idx="1"/>
          </p:nvPr>
        </p:nvSpPr>
        <p:spPr>
          <a:xfrm>
            <a:off x="1318064" y="2768349"/>
            <a:ext cx="6963300" cy="306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Aft>
                <a:spcPts val="1000"/>
              </a:spcAft>
              <a:defRPr sz="1900"/>
            </a:pPr>
            <a:r>
              <a:rPr lang="en-US" sz="1000" b="1" dirty="0"/>
              <a:t>Education : online classes, digital libraries and college portals.</a:t>
            </a:r>
          </a:p>
          <a:p>
            <a:pPr marL="0" indent="0">
              <a:spcAft>
                <a:spcPts val="1000"/>
              </a:spcAft>
              <a:defRPr sz="1900"/>
            </a:pPr>
            <a:r>
              <a:rPr lang="en-US" sz="1000" b="1" dirty="0"/>
              <a:t>Healthcare : patient records, appointments, telemedicine and medical systems.</a:t>
            </a:r>
          </a:p>
          <a:p>
            <a:pPr marL="0" indent="0">
              <a:spcAft>
                <a:spcPts val="1000"/>
              </a:spcAft>
              <a:defRPr sz="1900"/>
            </a:pPr>
            <a:r>
              <a:rPr lang="en-US" sz="1000" b="1" dirty="0"/>
              <a:t>Banking : ATMs, mobile banking, UPI and fraud detection.</a:t>
            </a:r>
          </a:p>
          <a:p>
            <a:pPr marL="0" indent="0">
              <a:spcAft>
                <a:spcPts val="1000"/>
              </a:spcAft>
              <a:defRPr sz="1900"/>
            </a:pPr>
            <a:r>
              <a:rPr lang="en-US" sz="1000" b="1" dirty="0"/>
              <a:t>Communication &amp; entertainment : WhatsApp, social media, OTT and music streaming.</a:t>
            </a:r>
          </a:p>
          <a:p>
            <a:pPr marL="0" indent="0">
              <a:spcAft>
                <a:spcPts val="1000"/>
              </a:spcAft>
              <a:defRPr sz="1900"/>
            </a:pPr>
            <a:r>
              <a:rPr lang="en-US" sz="1000" b="1" dirty="0"/>
              <a:t>Transportation : maps, railway booking, ride-sharing and traffic management.</a:t>
            </a:r>
          </a:p>
          <a:p>
            <a:pPr marL="0" indent="0">
              <a:spcAft>
                <a:spcPts val="1000"/>
              </a:spcAft>
              <a:defRPr sz="1900"/>
            </a:pPr>
            <a:r>
              <a:rPr lang="en-US" sz="1000" b="1" dirty="0"/>
              <a:t>Agriculture &amp; government : smart irrigation, weather tools and digital public services.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014997-1212-8AF0-8EC6-10E8C6D516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0633" y="532746"/>
            <a:ext cx="2093405" cy="2122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000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1"/>
          <p:cNvSpPr txBox="1">
            <a:spLocks noGrp="1"/>
          </p:cNvSpPr>
          <p:nvPr>
            <p:ph type="title"/>
          </p:nvPr>
        </p:nvSpPr>
        <p:spPr>
          <a:xfrm>
            <a:off x="482004" y="1515573"/>
            <a:ext cx="595243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Software and </a:t>
            </a:r>
            <a:br>
              <a:rPr lang="en-US" sz="2800" dirty="0"/>
            </a:br>
            <a:r>
              <a:rPr lang="en-US" sz="2800" dirty="0"/>
              <a:t>Artificial Intelligence</a:t>
            </a:r>
            <a:br>
              <a:rPr lang="en-US" sz="2800" dirty="0"/>
            </a:br>
            <a:endParaRPr dirty="0"/>
          </a:p>
        </p:txBody>
      </p:sp>
      <p:sp>
        <p:nvSpPr>
          <p:cNvPr id="336" name="Google Shape;336;p51"/>
          <p:cNvSpPr txBox="1">
            <a:spLocks noGrp="1"/>
          </p:cNvSpPr>
          <p:nvPr>
            <p:ph type="body" idx="1"/>
          </p:nvPr>
        </p:nvSpPr>
        <p:spPr>
          <a:xfrm>
            <a:off x="1357023" y="2783556"/>
            <a:ext cx="6963300" cy="306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Aft>
                <a:spcPts val="1000"/>
              </a:spcAft>
              <a:defRPr sz="1900"/>
            </a:pPr>
            <a:r>
              <a:rPr lang="en-US" sz="1000" b="1" dirty="0"/>
              <a:t>Traditional software mainly follows rules explicitly written by programmers.</a:t>
            </a:r>
          </a:p>
          <a:p>
            <a:pPr marL="0" indent="0">
              <a:spcAft>
                <a:spcPts val="1000"/>
              </a:spcAft>
              <a:defRPr sz="1900"/>
            </a:pPr>
            <a:r>
              <a:rPr lang="en-US" sz="1000" b="1" dirty="0"/>
              <a:t>AI gives software the ability to recognize patterns, predict and generate results.</a:t>
            </a:r>
          </a:p>
          <a:p>
            <a:pPr marL="0" indent="0">
              <a:spcAft>
                <a:spcPts val="1000"/>
              </a:spcAft>
              <a:defRPr sz="1900"/>
            </a:pPr>
            <a:r>
              <a:rPr lang="en-US" sz="1000" b="1" dirty="0"/>
              <a:t>Machine Learning (ML) learns patterns from examples and data.</a:t>
            </a:r>
          </a:p>
          <a:p>
            <a:pPr marL="0" indent="0">
              <a:spcAft>
                <a:spcPts val="1000"/>
              </a:spcAft>
              <a:defRPr sz="1900"/>
            </a:pPr>
            <a:r>
              <a:rPr lang="en-US" sz="1000" b="1" dirty="0"/>
              <a:t>Examples: ChatGPT, YouTube recommendations, facial recognition and fraud detection.</a:t>
            </a:r>
          </a:p>
          <a:p>
            <a:pPr marL="0" indent="0">
              <a:spcAft>
                <a:spcPts val="1000"/>
              </a:spcAft>
              <a:defRPr sz="1900"/>
            </a:pPr>
            <a:r>
              <a:rPr lang="en-US" sz="1000" b="1" dirty="0"/>
              <a:t>Autonomous vehicles use software, sensors and AI to understand surroundings and make decisions.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6BB7CD-B0F2-D69C-F04B-2D3AF77021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5780" y="600672"/>
            <a:ext cx="1849255" cy="2008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223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1"/>
          <p:cNvSpPr txBox="1">
            <a:spLocks noGrp="1"/>
          </p:cNvSpPr>
          <p:nvPr>
            <p:ph type="title"/>
          </p:nvPr>
        </p:nvSpPr>
        <p:spPr>
          <a:xfrm>
            <a:off x="277618" y="1282864"/>
            <a:ext cx="629913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Benefits of Software </a:t>
            </a:r>
            <a:br>
              <a:rPr lang="en-US" sz="2800" dirty="0"/>
            </a:br>
            <a:r>
              <a:rPr lang="en-US" sz="2800" dirty="0"/>
              <a:t>in Modern Society</a:t>
            </a:r>
            <a:endParaRPr dirty="0"/>
          </a:p>
        </p:txBody>
      </p:sp>
      <p:sp>
        <p:nvSpPr>
          <p:cNvPr id="336" name="Google Shape;336;p51"/>
          <p:cNvSpPr txBox="1">
            <a:spLocks noGrp="1"/>
          </p:cNvSpPr>
          <p:nvPr>
            <p:ph type="body" idx="1"/>
          </p:nvPr>
        </p:nvSpPr>
        <p:spPr>
          <a:xfrm>
            <a:off x="1288272" y="2680609"/>
            <a:ext cx="6963300" cy="306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50000"/>
              </a:lnSpc>
              <a:spcAft>
                <a:spcPts val="1000"/>
              </a:spcAft>
              <a:defRPr sz="2100"/>
            </a:pPr>
            <a:r>
              <a:rPr lang="en-US" sz="1000" b="1" dirty="0"/>
              <a:t>Automation : performs repetitive tasks automatically.</a:t>
            </a:r>
          </a:p>
          <a:p>
            <a:pPr marL="0" indent="0">
              <a:lnSpc>
                <a:spcPct val="150000"/>
              </a:lnSpc>
              <a:spcAft>
                <a:spcPts val="1000"/>
              </a:spcAft>
              <a:defRPr sz="2100"/>
            </a:pPr>
            <a:r>
              <a:rPr lang="en-US" sz="1000" b="1" dirty="0"/>
              <a:t>Faster communication : information can travel almost instantly.</a:t>
            </a:r>
          </a:p>
          <a:p>
            <a:pPr marL="0" indent="0">
              <a:lnSpc>
                <a:spcPct val="150000"/>
              </a:lnSpc>
              <a:spcAft>
                <a:spcPts val="1000"/>
              </a:spcAft>
              <a:defRPr sz="2100"/>
            </a:pPr>
            <a:r>
              <a:rPr lang="en-US" sz="1000" b="1" dirty="0"/>
              <a:t>Improved efficiency : completes tasks faster with fewer manual steps.</a:t>
            </a:r>
          </a:p>
          <a:p>
            <a:pPr marL="0" indent="0">
              <a:lnSpc>
                <a:spcPct val="150000"/>
              </a:lnSpc>
              <a:spcAft>
                <a:spcPts val="1000"/>
              </a:spcAft>
              <a:defRPr sz="2100"/>
            </a:pPr>
            <a:r>
              <a:rPr lang="en-US" sz="1000" b="1" dirty="0"/>
              <a:t>Better decision-making : analyzes large amounts of data.</a:t>
            </a:r>
          </a:p>
          <a:p>
            <a:pPr marL="0" indent="0">
              <a:lnSpc>
                <a:spcPct val="150000"/>
              </a:lnSpc>
              <a:spcAft>
                <a:spcPts val="1000"/>
              </a:spcAft>
              <a:defRPr sz="2100"/>
            </a:pPr>
            <a:r>
              <a:rPr lang="en-US" sz="1000" b="1" dirty="0"/>
              <a:t>Accessibility : services can be used remotely.</a:t>
            </a:r>
          </a:p>
          <a:p>
            <a:pPr marL="0" indent="0">
              <a:lnSpc>
                <a:spcPct val="150000"/>
              </a:lnSpc>
              <a:spcAft>
                <a:spcPts val="1000"/>
              </a:spcAft>
              <a:defRPr sz="2100"/>
            </a:pPr>
            <a:r>
              <a:rPr lang="en-US" sz="1000" b="1" dirty="0"/>
              <a:t>Innovation : enables new services such as UPI, AI assistants and smart devices.</a:t>
            </a: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1000" b="1" dirty="0"/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00D966-DACA-247D-C6B1-B82021A558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5774" y="566679"/>
            <a:ext cx="2032444" cy="2005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677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1"/>
          <p:cNvSpPr txBox="1">
            <a:spLocks noGrp="1"/>
          </p:cNvSpPr>
          <p:nvPr>
            <p:ph type="title"/>
          </p:nvPr>
        </p:nvSpPr>
        <p:spPr>
          <a:xfrm>
            <a:off x="365609" y="1309314"/>
            <a:ext cx="5470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Challenges and </a:t>
            </a:r>
            <a:br>
              <a:rPr lang="en-US" sz="2800" dirty="0"/>
            </a:br>
            <a:r>
              <a:rPr lang="en-US" sz="2800" dirty="0"/>
              <a:t>Negative Impacts</a:t>
            </a:r>
            <a:br>
              <a:rPr lang="en-US" sz="2800" dirty="0"/>
            </a:br>
            <a:endParaRPr dirty="0"/>
          </a:p>
        </p:txBody>
      </p:sp>
      <p:sp>
        <p:nvSpPr>
          <p:cNvPr id="336" name="Google Shape;336;p51"/>
          <p:cNvSpPr txBox="1">
            <a:spLocks noGrp="1"/>
          </p:cNvSpPr>
          <p:nvPr>
            <p:ph type="body" idx="1"/>
          </p:nvPr>
        </p:nvSpPr>
        <p:spPr>
          <a:xfrm>
            <a:off x="1315773" y="2571750"/>
            <a:ext cx="6963300" cy="306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Aft>
                <a:spcPts val="1000"/>
              </a:spcAft>
              <a:defRPr sz="1900"/>
            </a:pPr>
            <a:r>
              <a:rPr lang="en-US" sz="1000" b="1" dirty="0"/>
              <a:t>Software can face cybersecurity threats such as hacking, malware, and data theft.</a:t>
            </a:r>
          </a:p>
          <a:p>
            <a:pPr marL="0" indent="0">
              <a:spcAft>
                <a:spcPts val="1000"/>
              </a:spcAft>
              <a:defRPr sz="1900"/>
            </a:pPr>
            <a:r>
              <a:rPr lang="en-US" sz="1000" b="1" dirty="0"/>
              <a:t>Apps and online services can raise privacy concerns by collecting personal information.</a:t>
            </a:r>
          </a:p>
          <a:p>
            <a:pPr marL="0" indent="0">
              <a:spcAft>
                <a:spcPts val="1000"/>
              </a:spcAft>
              <a:defRPr sz="1900"/>
            </a:pPr>
            <a:r>
              <a:rPr lang="en-US" sz="1000" b="1" dirty="0"/>
              <a:t>Automation can replace some repetitive jobs while creating new types of work.</a:t>
            </a:r>
          </a:p>
          <a:p>
            <a:pPr marL="0" indent="0">
              <a:spcAft>
                <a:spcPts val="1000"/>
              </a:spcAft>
              <a:defRPr sz="1900"/>
            </a:pPr>
            <a:r>
              <a:rPr lang="en-US" sz="1000" b="1" dirty="0"/>
              <a:t>Dependence on technology means failures can disrupt banking, transport, and communication.</a:t>
            </a:r>
          </a:p>
          <a:p>
            <a:pPr marL="0" indent="0">
              <a:spcAft>
                <a:spcPts val="1000"/>
              </a:spcAft>
              <a:defRPr sz="1900"/>
            </a:pPr>
            <a:r>
              <a:rPr lang="en-US" sz="1000" b="1" dirty="0"/>
              <a:t>Unequal access to technology creates a digital divide between different groups of people.</a:t>
            </a:r>
          </a:p>
          <a:p>
            <a:pPr marL="0" indent="0">
              <a:spcAft>
                <a:spcPts val="1000"/>
              </a:spcAft>
              <a:defRPr sz="1900"/>
            </a:pPr>
            <a:r>
              <a:rPr lang="en-US" sz="1000" b="1" dirty="0"/>
              <a:t>Software bugs and misinformation can lead to serious consequences.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6C4C76-53ED-2393-9894-CE337B7707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3911" y="688806"/>
            <a:ext cx="2133785" cy="1813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227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1"/>
          <p:cNvSpPr txBox="1">
            <a:spLocks noGrp="1"/>
          </p:cNvSpPr>
          <p:nvPr>
            <p:ph type="title"/>
          </p:nvPr>
        </p:nvSpPr>
        <p:spPr>
          <a:xfrm>
            <a:off x="-82757" y="1306377"/>
            <a:ext cx="700072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 Future of Software &amp; </a:t>
            </a:r>
            <a:br>
              <a:rPr lang="en-US" sz="2800" dirty="0"/>
            </a:br>
            <a:r>
              <a:rPr lang="en-US" sz="2800" dirty="0"/>
              <a:t>Software Engineering</a:t>
            </a:r>
            <a:br>
              <a:rPr lang="en-US" sz="2800" dirty="0"/>
            </a:br>
            <a:endParaRPr dirty="0"/>
          </a:p>
        </p:txBody>
      </p:sp>
      <p:sp>
        <p:nvSpPr>
          <p:cNvPr id="336" name="Google Shape;336;p51"/>
          <p:cNvSpPr txBox="1">
            <a:spLocks noGrp="1"/>
          </p:cNvSpPr>
          <p:nvPr>
            <p:ph type="body" idx="1"/>
          </p:nvPr>
        </p:nvSpPr>
        <p:spPr>
          <a:xfrm>
            <a:off x="1384525" y="2632483"/>
            <a:ext cx="6963300" cy="306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Aft>
                <a:spcPts val="1000"/>
              </a:spcAft>
              <a:defRPr sz="1800"/>
            </a:pPr>
            <a:r>
              <a:rPr lang="en-US" sz="1000" b="1" dirty="0"/>
              <a:t>Future technologies include AI, IoT, cloud computing, robotics, and autonomous systems.</a:t>
            </a:r>
          </a:p>
          <a:p>
            <a:pPr marL="0" indent="0">
              <a:spcAft>
                <a:spcPts val="1000"/>
              </a:spcAft>
              <a:defRPr sz="1800"/>
            </a:pPr>
            <a:r>
              <a:rPr lang="en-US" sz="1000" b="1" dirty="0"/>
              <a:t>Smart cities can connect traffic, electricity, water, transport, and public services.</a:t>
            </a:r>
          </a:p>
          <a:p>
            <a:pPr marL="0" indent="0">
              <a:spcAft>
                <a:spcPts val="1000"/>
              </a:spcAft>
              <a:defRPr sz="1800"/>
            </a:pPr>
            <a:r>
              <a:rPr lang="en-US" sz="1000" b="1" dirty="0"/>
              <a:t>IoT connects physical devices so they can exchange information.</a:t>
            </a:r>
          </a:p>
          <a:p>
            <a:pPr marL="0" indent="0">
              <a:spcAft>
                <a:spcPts val="1000"/>
              </a:spcAft>
              <a:defRPr sz="1800"/>
            </a:pPr>
            <a:r>
              <a:rPr lang="en-US" sz="1000" b="1" dirty="0"/>
              <a:t>Software engineering provides a systematic way to build complex systems.</a:t>
            </a:r>
          </a:p>
          <a:p>
            <a:pPr marL="0" indent="0">
              <a:spcAft>
                <a:spcPts val="1000"/>
              </a:spcAft>
              <a:defRPr sz="1800"/>
            </a:pPr>
            <a:r>
              <a:rPr lang="en-US" sz="1000" b="1" dirty="0"/>
              <a:t>Software development involves requirements, design, development, testing, security, maintenance, and ethics.</a:t>
            </a:r>
          </a:p>
          <a:p>
            <a:pPr marL="0" indent="0">
              <a:spcAft>
                <a:spcPts val="1000"/>
              </a:spcAft>
              <a:defRPr sz="1800"/>
            </a:pPr>
            <a:r>
              <a:rPr lang="en-US" sz="1000" b="1" dirty="0"/>
              <a:t>Future engineers must focus on technology, reliability, security, and human needs.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endParaRPr lang="en-US" sz="1000" b="1" dirty="0"/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6A6FED-2DE1-3707-E18B-2A6DF7CB10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1660" y="674438"/>
            <a:ext cx="2339543" cy="1836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850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0" name="Google Shape;980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100000">
            <a:off x="5808082" y="1187449"/>
            <a:ext cx="633085" cy="417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1" name="Google Shape;981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87700" y="3186978"/>
            <a:ext cx="621600" cy="6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2" name="Google Shape;982;p88"/>
          <p:cNvPicPr preferRelativeResize="0"/>
          <p:nvPr/>
        </p:nvPicPr>
        <p:blipFill rotWithShape="1">
          <a:blip r:embed="rId5">
            <a:alphaModFix/>
          </a:blip>
          <a:srcRect t="16970" r="8892" b="21026"/>
          <a:stretch/>
        </p:blipFill>
        <p:spPr>
          <a:xfrm rot="10800000">
            <a:off x="899003" y="914195"/>
            <a:ext cx="4673978" cy="141362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EE2C5DF-3DE0-450C-27B3-A71C5FB77227}"/>
              </a:ext>
            </a:extLst>
          </p:cNvPr>
          <p:cNvSpPr txBox="1"/>
          <p:nvPr/>
        </p:nvSpPr>
        <p:spPr>
          <a:xfrm>
            <a:off x="1508983" y="1382254"/>
            <a:ext cx="32415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2">
                    <a:lumMod val="50000"/>
                  </a:schemeClr>
                </a:solidFill>
              </a:rPr>
              <a:t>Conclusion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E7E530D-CE32-04CD-954D-5B030B6714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4918" y="2575752"/>
            <a:ext cx="6963300" cy="2393735"/>
          </a:xfrm>
        </p:spPr>
        <p:txBody>
          <a:bodyPr/>
          <a:lstStyle/>
          <a:p>
            <a:pPr marL="0" indent="0">
              <a:spcAft>
                <a:spcPts val="1000"/>
              </a:spcAft>
              <a:defRPr sz="1900"/>
            </a:pPr>
            <a:r>
              <a:rPr lang="en-US" sz="1000" b="1" dirty="0"/>
              <a:t>Software has evolved from simple programs into intelligent and connected systems.</a:t>
            </a:r>
          </a:p>
          <a:p>
            <a:pPr marL="0" indent="0">
              <a:spcAft>
                <a:spcPts val="1000"/>
              </a:spcAft>
              <a:defRPr sz="1900"/>
            </a:pPr>
            <a:r>
              <a:rPr lang="en-US" sz="1000" b="1" dirty="0"/>
              <a:t>It now influences education, healthcare, banking, communication, transport and many other areas.</a:t>
            </a:r>
          </a:p>
          <a:p>
            <a:pPr marL="0" indent="0">
              <a:spcAft>
                <a:spcPts val="1000"/>
              </a:spcAft>
              <a:defRPr sz="1900"/>
            </a:pPr>
            <a:r>
              <a:rPr lang="en-US" sz="1000" b="1" dirty="0"/>
              <a:t>AI is making software more capable of learning patterns, predicting and assisting decisions.</a:t>
            </a:r>
          </a:p>
          <a:p>
            <a:pPr marL="0" indent="0">
              <a:spcAft>
                <a:spcPts val="1000"/>
              </a:spcAft>
              <a:defRPr sz="1900"/>
            </a:pPr>
            <a:r>
              <a:rPr lang="en-US" sz="1000" b="1" dirty="0"/>
              <a:t>Greater power also brings cybersecurity, privacy, reliability and ethical challenges.</a:t>
            </a:r>
          </a:p>
          <a:p>
            <a:pPr marL="0" indent="0">
              <a:spcAft>
                <a:spcPts val="1000"/>
              </a:spcAft>
              <a:defRPr sz="1900"/>
            </a:pPr>
            <a:r>
              <a:rPr lang="en-US" sz="1000" b="1" dirty="0"/>
              <a:t>As future engineers, we must build software that is useful, secure, reliable and responsible.</a:t>
            </a:r>
          </a:p>
          <a:p>
            <a:pPr marL="149225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0E198D-BFB7-FD98-BB00-15FC48825E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5832" y="1480743"/>
            <a:ext cx="423172" cy="3668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9D09CE-BFB6-F351-57BA-2AA98518DE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2813" y="687204"/>
            <a:ext cx="2629128" cy="176799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Notebook Lesson by Slidesgo">
  <a:themeElements>
    <a:clrScheme name="Simple Light">
      <a:dk1>
        <a:srgbClr val="595959"/>
      </a:dk1>
      <a:lt1>
        <a:srgbClr val="F1C232"/>
      </a:lt1>
      <a:dk2>
        <a:srgbClr val="595959"/>
      </a:dk2>
      <a:lt2>
        <a:srgbClr val="A8D68C"/>
      </a:lt2>
      <a:accent1>
        <a:srgbClr val="F1C232"/>
      </a:accent1>
      <a:accent2>
        <a:srgbClr val="B44141"/>
      </a:accent2>
      <a:accent3>
        <a:srgbClr val="F1C232"/>
      </a:accent3>
      <a:accent4>
        <a:srgbClr val="DF7070"/>
      </a:accent4>
      <a:accent5>
        <a:srgbClr val="7A9E64"/>
      </a:accent5>
      <a:accent6>
        <a:srgbClr val="595959"/>
      </a:accent6>
      <a:hlink>
        <a:srgbClr val="59595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646</Words>
  <Application>Microsoft Office PowerPoint</Application>
  <PresentationFormat>On-screen Show (16:9)</PresentationFormat>
  <Paragraphs>57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Muli</vt:lpstr>
      <vt:lpstr>Arial</vt:lpstr>
      <vt:lpstr>Concert One</vt:lpstr>
      <vt:lpstr>Coming Soon</vt:lpstr>
      <vt:lpstr>Roboto Mono Medium</vt:lpstr>
      <vt:lpstr>Notebook Lesson by Slidesgo</vt:lpstr>
      <vt:lpstr>The Evolving Role of Software in Modern Society</vt:lpstr>
      <vt:lpstr>What Is Software? </vt:lpstr>
      <vt:lpstr>How the Role of  Software  Has Evolved </vt:lpstr>
      <vt:lpstr>Software Around Us </vt:lpstr>
      <vt:lpstr>Software and  Artificial Intelligence </vt:lpstr>
      <vt:lpstr>Benefits of Software  in Modern Society</vt:lpstr>
      <vt:lpstr>Challenges and  Negative Impacts </vt:lpstr>
      <vt:lpstr> Future of Software &amp;  Software Engineering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Surya</dc:creator>
  <cp:lastModifiedBy>SANDIRI SAITEJA</cp:lastModifiedBy>
  <cp:revision>2</cp:revision>
  <dcterms:modified xsi:type="dcterms:W3CDTF">2026-09-15T02:48:46Z</dcterms:modified>
</cp:coreProperties>
</file>